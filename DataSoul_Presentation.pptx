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DataSoul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AI-Augmented Data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Messy Data &amp; Manual Effort</a:t>
            </a:r>
          </a:p>
          <a:p>
            <a:pPr lvl="1"/>
            <a:r>
              <a:t>Modern data workflows are plagued by messy datasets, inconsistent formatting, and manual cleaning bottlenecks.</a:t>
            </a:r>
          </a:p>
          <a:p>
            <a:pPr lvl="1"/>
            <a:r>
              <a:t>Data privacy concerns limit the use of cloud LLMs for sensitive business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DataSoul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automated, privacy-first data pipeline.</a:t>
            </a:r>
          </a:p>
          <a:p>
            <a:pPr lvl="1"/>
            <a:r>
              <a:t>Integrates local LLMs (Ollama) to intelligently profile, clean, and analyze tabular data with zero external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Data Cleaning: Intelligent imputation, deduplication, and anomaly resolution.</a:t>
            </a:r>
          </a:p>
          <a:p>
            <a:r>
              <a:t>RAG-Augmented Insights: Chat with your data using Retrieval-Augmented Generation for natural, expert-level executive narratives.</a:t>
            </a:r>
          </a:p>
          <a:p>
            <a:r>
              <a:t>Continuous Profiling: Real-time threat detection and data quality scoring (aiming for 100% quality scores).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Interactive dashboard for monitoring data health and interacting with the data.</a:t>
            </a:r>
          </a:p>
          <a:p>
            <a:r>
              <a:t>Backend: FastAPI-driven engine with specialized micro-components (pipeline_engine, threat_detector, csv_corrector, narrative_engine).</a:t>
            </a:r>
          </a:p>
          <a:p>
            <a:r>
              <a:t>Intelligence Layer: Ollama (Local LLM) combined with a local RAG vector store for secure, low-latency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Pipeline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Ingestion &amp; Profiling: Upload CSVs; immediate statistical profiling.</a:t>
            </a:r>
          </a:p>
          <a:p>
            <a:r>
              <a:t>2. Threat Detection: Identify anomalies, missing values, and inconsistencies.</a:t>
            </a:r>
          </a:p>
          <a:p>
            <a:r>
              <a:t>3. Iterative Correction: LLM-guided automatic resolution of identified threats.</a:t>
            </a:r>
          </a:p>
          <a:p>
            <a:r>
              <a:t>4. Chat &amp; Narrative: Generate human-readable reports and answer specific queries securely.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Local, secure processing ensures privacy.</a:t>
            </a:r>
          </a:p>
          <a:p>
            <a:r>
              <a:t>Robust iteration handling for complex datasets.</a:t>
            </a:r>
          </a:p>
          <a:p>
            <a:r>
              <a:t>Extensible architecture designed for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 DataSoul brings AI intelligence to your messy data securely and privately.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